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6" r:id="rId3"/>
    <p:sldId id="259" r:id="rId4"/>
    <p:sldId id="263" r:id="rId5"/>
    <p:sldId id="262" r:id="rId6"/>
    <p:sldId id="260" r:id="rId7"/>
    <p:sldId id="265" r:id="rId8"/>
    <p:sldId id="264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460" y="68"/>
      </p:cViewPr>
      <p:guideLst>
        <p:guide orient="horz" pos="224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2026/9/14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4" name="图片 3" descr="首页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-127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Relationship Id="rId14" Type="http://schemas.openxmlformats.org/officeDocument/2006/relationships/tags" Target="../tags/tag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 descr="内容页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8" name="图片 7" descr="未标题-6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0"/>
            <a:ext cx="12192000" cy="719455"/>
          </a:xfrm>
          <a:prstGeom prst="rect">
            <a:avLst/>
          </a:prstGeom>
        </p:spPr>
      </p:pic>
    </p:spTree>
    <p:custDataLst>
      <p:tags r:id="rId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05050" y="2122805"/>
            <a:ext cx="75825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请输入作品名称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388870" y="4230370"/>
            <a:ext cx="75755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参赛队：哗啦啦的陶喆</a:t>
            </a:r>
          </a:p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13950" y="316230"/>
            <a:ext cx="217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</a:t>
            </a:r>
            <a:r>
              <a:rPr lang="en-US" altLang="zh-CN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LOGO</a:t>
            </a:r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展示区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1780111" y="2574850"/>
            <a:ext cx="2481192" cy="2104258"/>
            <a:chOff x="1395340" y="1709462"/>
            <a:chExt cx="2481192" cy="2104258"/>
          </a:xfrm>
        </p:grpSpPr>
        <p:sp>
          <p:nvSpPr>
            <p:cNvPr id="54" name="文本框 53"/>
            <p:cNvSpPr txBox="1"/>
            <p:nvPr>
              <p:custDataLst>
                <p:tags r:id="rId12"/>
              </p:custDataLst>
            </p:nvPr>
          </p:nvSpPr>
          <p:spPr>
            <a:xfrm>
              <a:off x="1395340" y="3228945"/>
              <a:ext cx="2481192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fontAlgn="ctr"/>
              <a:r>
                <a:rPr lang="zh-CN" altLang="en-US" sz="32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CONTENTS</a:t>
              </a:r>
            </a:p>
          </p:txBody>
        </p:sp>
        <p:sp>
          <p:nvSpPr>
            <p:cNvPr id="58" name="文本框 57"/>
            <p:cNvSpPr txBox="1"/>
            <p:nvPr>
              <p:custDataLst>
                <p:tags r:id="rId13"/>
              </p:custDataLst>
            </p:nvPr>
          </p:nvSpPr>
          <p:spPr>
            <a:xfrm>
              <a:off x="1463480" y="1709462"/>
              <a:ext cx="1313180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fontAlgn="ctr"/>
              <a:r>
                <a:rPr lang="zh-CN" altLang="en-US" sz="88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目</a:t>
              </a:r>
            </a:p>
          </p:txBody>
        </p:sp>
        <p:sp>
          <p:nvSpPr>
            <p:cNvPr id="62" name="文本框 61"/>
            <p:cNvSpPr txBox="1"/>
            <p:nvPr>
              <p:custDataLst>
                <p:tags r:id="rId14"/>
              </p:custDataLst>
            </p:nvPr>
          </p:nvSpPr>
          <p:spPr>
            <a:xfrm>
              <a:off x="2635936" y="2120949"/>
              <a:ext cx="1031051" cy="1107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fontAlgn="ctr"/>
              <a:r>
                <a:rPr lang="zh-CN" altLang="en-US" sz="66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录</a:t>
              </a:r>
            </a:p>
          </p:txBody>
        </p:sp>
      </p:grpSp>
      <p:sp>
        <p:nvSpPr>
          <p:cNvPr id="28" name="序号"/>
          <p:cNvSpPr txBox="1">
            <a:spLocks noChangeAspect="1"/>
          </p:cNvSpPr>
          <p:nvPr>
            <p:custDataLst>
              <p:tags r:id="rId2"/>
            </p:custDataLst>
          </p:nvPr>
        </p:nvSpPr>
        <p:spPr>
          <a:xfrm>
            <a:off x="5874385" y="1437005"/>
            <a:ext cx="625475" cy="625475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3600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29" name="项标题"/>
          <p:cNvSpPr txBox="1"/>
          <p:nvPr>
            <p:custDataLst>
              <p:tags r:id="rId3"/>
            </p:custDataLst>
          </p:nvPr>
        </p:nvSpPr>
        <p:spPr>
          <a:xfrm>
            <a:off x="6898333" y="1564899"/>
            <a:ext cx="3775001" cy="4647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团队介绍</a:t>
            </a:r>
          </a:p>
        </p:txBody>
      </p:sp>
      <p:sp>
        <p:nvSpPr>
          <p:cNvPr id="30" name="序号"/>
          <p:cNvSpPr txBox="1"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874385" y="2351405"/>
            <a:ext cx="625475" cy="625475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sp>
        <p:nvSpPr>
          <p:cNvPr id="31" name="项标题"/>
          <p:cNvSpPr txBox="1"/>
          <p:nvPr>
            <p:custDataLst>
              <p:tags r:id="rId5"/>
            </p:custDataLst>
          </p:nvPr>
        </p:nvSpPr>
        <p:spPr>
          <a:xfrm>
            <a:off x="6898333" y="2479453"/>
            <a:ext cx="3775001" cy="4647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作品介绍</a:t>
            </a:r>
          </a:p>
        </p:txBody>
      </p:sp>
      <p:sp>
        <p:nvSpPr>
          <p:cNvPr id="32" name="序号"/>
          <p:cNvSpPr txBox="1"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874385" y="3265805"/>
            <a:ext cx="625475" cy="625475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  <p:sp>
        <p:nvSpPr>
          <p:cNvPr id="33" name="项标题"/>
          <p:cNvSpPr txBox="1"/>
          <p:nvPr>
            <p:custDataLst>
              <p:tags r:id="rId7"/>
            </p:custDataLst>
          </p:nvPr>
        </p:nvSpPr>
        <p:spPr>
          <a:xfrm>
            <a:off x="6898333" y="3393420"/>
            <a:ext cx="3775001" cy="4647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需求分析</a:t>
            </a:r>
          </a:p>
        </p:txBody>
      </p:sp>
      <p:sp>
        <p:nvSpPr>
          <p:cNvPr id="34" name="序号"/>
          <p:cNvSpPr txBox="1"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874385" y="4180205"/>
            <a:ext cx="625475" cy="625475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  <p:sp>
        <p:nvSpPr>
          <p:cNvPr id="36" name="序号"/>
          <p:cNvSpPr txBox="1"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874385" y="5094605"/>
            <a:ext cx="625475" cy="625475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</a:p>
        </p:txBody>
      </p:sp>
      <p:sp>
        <p:nvSpPr>
          <p:cNvPr id="37" name="项标题"/>
          <p:cNvSpPr txBox="1"/>
          <p:nvPr>
            <p:custDataLst>
              <p:tags r:id="rId10"/>
            </p:custDataLst>
          </p:nvPr>
        </p:nvSpPr>
        <p:spPr>
          <a:xfrm>
            <a:off x="6898333" y="4308277"/>
            <a:ext cx="3775001" cy="4647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设计开发</a:t>
            </a:r>
          </a:p>
        </p:txBody>
      </p:sp>
      <p:sp>
        <p:nvSpPr>
          <p:cNvPr id="39" name="项标题"/>
          <p:cNvSpPr txBox="1"/>
          <p:nvPr>
            <p:custDataLst>
              <p:tags r:id="rId11"/>
            </p:custDataLst>
          </p:nvPr>
        </p:nvSpPr>
        <p:spPr>
          <a:xfrm>
            <a:off x="6898333" y="5222244"/>
            <a:ext cx="3775001" cy="4647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应用效果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</a:t>
            </a:r>
            <a:r>
              <a:rPr lang="en-US" altLang="zh-CN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LOGO</a:t>
            </a:r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展示区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</a:t>
            </a:r>
            <a:r>
              <a:rPr lang="en-US" altLang="zh-CN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LOGO</a:t>
            </a:r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</a:t>
            </a:r>
            <a:r>
              <a:rPr lang="en-US" altLang="zh-CN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LOGO</a:t>
            </a:r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</a:t>
            </a:r>
            <a:r>
              <a:rPr lang="en-US" altLang="zh-CN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LOGO</a:t>
            </a:r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</a:t>
            </a:r>
            <a:r>
              <a:rPr lang="en-US" altLang="zh-CN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LOGO</a:t>
            </a:r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</a:t>
            </a:r>
            <a:r>
              <a:rPr lang="en-US" altLang="zh-CN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LOGO</a:t>
            </a:r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87325"/>
            <a:ext cx="217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</a:t>
            </a:r>
            <a:r>
              <a:rPr lang="en-US" altLang="zh-CN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LOGO</a:t>
            </a:r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08330" y="1490345"/>
            <a:ext cx="4338320" cy="19386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88002" y="2663992"/>
            <a:ext cx="8214725" cy="768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自主创新  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共创未来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3209925" y="4026535"/>
            <a:ext cx="57715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THANK YOU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013950" y="316230"/>
            <a:ext cx="217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</a:t>
            </a:r>
            <a:r>
              <a:rPr lang="en-US" altLang="zh-CN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LOGO</a:t>
            </a:r>
            <a:r>
              <a:rPr lang="zh-CN" altLang="en-US" i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展示区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342.7868503937008,&quot;left&quot;:439.57073449387224,&quot;top&quot;:113.15,&quot;width&quot;:431.22372786264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342.7868503937008,&quot;left&quot;:439.57073449387224,&quot;top&quot;:113.15,&quot;width&quot;:431.2237278626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342.7868503937008,&quot;left&quot;:439.57073449387224,&quot;top&quot;:113.15,&quot;width&quot;:431.22372786264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342.7868503937008,&quot;left&quot;:439.57073449387224,&quot;top&quot;:113.15,&quot;width&quot;:431.2237278626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342.7868503937008,&quot;left&quot;:439.57073449387224,&quot;top&quot;:113.15,&quot;width&quot;:431.22372786264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342.7868503937008,&quot;left&quot;:439.57073449387224,&quot;top&quot;:113.15,&quot;width&quot;:431.2237278626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342.7868503937008,&quot;left&quot;:439.57073449387224,&quot;top&quot;:113.15,&quot;width&quot;:431.22372786264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5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i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342.7868503937008,&quot;left&quot;:439.57073449387224,&quot;top&quot;:113.15,&quot;width&quot;:431.22372786264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5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f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342.7868503937008,&quot;left&quot;:439.57073449387224,&quot;top&quot;:113.15,&quot;width&quot;:431.2237278626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6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f*1_6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342.7868503937008,&quot;left&quot;:439.57073449387224,&quot;top&quot;:113.15,&quot;width&quot;:431.2237278626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116</Words>
  <Application>Microsoft Office PowerPoint</Application>
  <PresentationFormat>宽屏</PresentationFormat>
  <Paragraphs>26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微软雅黑</vt:lpstr>
      <vt:lpstr>Arial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 capability</cp:lastModifiedBy>
  <cp:revision>174</cp:revision>
  <dcterms:created xsi:type="dcterms:W3CDTF">2026-04-27T15:56:00Z</dcterms:created>
  <dcterms:modified xsi:type="dcterms:W3CDTF">2026-09-14T06:23:37Z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EA26C3274F2D10D89085EF697F90B20E_41</vt:lpwstr>
  </property>
</Properties>
</file>